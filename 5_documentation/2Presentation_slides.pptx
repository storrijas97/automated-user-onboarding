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Employee Lifecycle Automation System  ·  Stephen Torrijas  ·  May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4048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Employee Lifecycle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Active Directory Account Provisioning and Deprovisioning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OrangeHRM Employee Lifecycle Events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4160520"/>
            <a:ext cx="26517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453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Torrijas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4160520"/>
            <a:ext cx="26517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4453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4160520"/>
            <a:ext cx="26517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4453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4160520"/>
            <a:ext cx="26517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4453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github.com/storrijas97/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Automated-User-Onboarding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349240" cy="50292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34924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 admins manually create Active Directory accounts after each hire, often taking hours or days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 employees arrive on Day 1 with no access, delaying productivity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Offboarding notifications are missed, leaving terminated employees with active credentials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Orphaned accounts create serious security vulnerabilities and compliance failures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5079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centralized audit trail to prove policy was followed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960120"/>
            <a:ext cx="5349240" cy="5029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960120"/>
            <a:ext cx="53492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9601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508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Continuously monitors OrangeHRM for new hires and terminations on a configurable schedule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29400" y="225856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Automatically creates AD accounts on Day 1 with correct OU placement and attributes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300837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Terminates accounts within minutes of detecting a termination in OrangeHRM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37581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Assigns Active Directory security groups based on department and job title mappings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45079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Logs every action to a tamper-evident audit trail with CSV export for compliance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41848" y="2651760"/>
            <a:ext cx="868680" cy="86868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486400" cy="233172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Administrator  |  Primary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and manages provisioning and deprovisioning tasks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Configures department-to-role-to-AD-group mappings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Approves or rejects additional access requests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Monitors sync status and configures system settings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005840"/>
            <a:ext cx="548640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05840"/>
            <a:ext cx="54864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005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Personnel  |  HR Liaison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Verifies that new hires have been provisioned correctly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93852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Flags urgent onboarding cases as high priority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36829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Confirms terminations are reflected in the system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7980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notifications for lifecycle events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5486400" cy="2331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0440"/>
            <a:ext cx="548640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Manager  |  Access Requester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Views Active Directory account status for their team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Submits access requests for additional AD group membership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Tracks approval status of submitted requests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3126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team-level provisioning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520440"/>
            <a:ext cx="5486400" cy="23317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520440"/>
            <a:ext cx="548640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 |  Auditor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023360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Filters and searches the full lifecycle audit log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445312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Exports date-ranged audit records to CSV for auditors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488289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activity and provisioning summary reports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3126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Verifies policy adherence across all lifecycle events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96926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OrangeHRM Sync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OrangeHRM DB on a configurable schedule, detecting new hires and terminations automatically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9360" y="91440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17043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96926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 AD Provisioning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76288" y="131673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AD accounts via LDAP with correct OU, display name, email, and enabled status on Day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2199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2082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Role-Based Group Assign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6829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department and job title to AD security groups; applied automatically at provisioning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22199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02082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 Deprovisioning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6288" y="236829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terminations and disables AD accounts, removing all group memberships immediately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7355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07238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Task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41985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operation with status (Pending, In Progress, Completed, Failed) and retry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27355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307238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Audit Log and CSV Export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76288" y="341985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chronological event log with date-range filtering and one-click CSV export for compliance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6908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32511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12394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Notification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47141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 with unread badge counter, configurable via system 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406908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432511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412394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Access Request Workflow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447141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submit additional access requests. IT Admins approve or reject with a full audit trail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512064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37667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517550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Compliance Reports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552297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activity summaries filtered by date range and department, available for CSV download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5120640"/>
            <a:ext cx="5715000" cy="960120"/>
          </a:xfrm>
          <a:prstGeom prst="rect">
            <a:avLst/>
          </a:prstGeom>
          <a:solidFill>
            <a:srgbClr val="E3F2FD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5376672"/>
            <a:ext cx="384048" cy="384048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5175504"/>
            <a:ext cx="5056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System Configuration UI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76288" y="5522976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polling interval, retry limit, and notification settings at runtime with no code changes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10469880" cy="0"/>
          </a:xfrm>
          <a:prstGeom prst="line">
            <a:avLst/>
          </a:prstGeom>
          <a:noFill/>
          <a:ln w="31750">
            <a:solidFill>
              <a:srgbClr val="197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194560"/>
            <a:ext cx="2743200" cy="3520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0"/>
            <a:ext cx="27432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600200"/>
            <a:ext cx="548640" cy="54864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77063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 Functional Requirements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337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 Nonfunctional Requirements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904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schema (12 tables)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44714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diagram + use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503834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UI specification (6 screens)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65576" y="2194560"/>
            <a:ext cx="2743200" cy="352044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5576" y="2194560"/>
            <a:ext cx="2743200" cy="5029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8" name="Text 16"/>
          <p:cNvSpPr/>
          <p:nvPr/>
        </p:nvSpPr>
        <p:spPr>
          <a:xfrm>
            <a:off x="3465576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62856" y="1600200"/>
            <a:ext cx="548640" cy="548640"/>
          </a:xfrm>
          <a:prstGeom prst="ellipse">
            <a:avLst/>
          </a:prstGeom>
          <a:solidFill>
            <a:srgbClr val="0D47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65576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75304" y="277063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OrangeHRM direct MySQL connector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75304" y="3337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Polling state machine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75304" y="3904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 provisioning via ldapjs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75304" y="44714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 deprovisioning + group removal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75304" y="503834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withRetry utility (3-attempt logic)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11112" y="2194560"/>
            <a:ext cx="2743200" cy="35204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2194560"/>
            <a:ext cx="274320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6611112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Interface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08392" y="1600200"/>
            <a:ext cx="548640" cy="548640"/>
          </a:xfrm>
          <a:prstGeom prst="ellipse">
            <a:avLst/>
          </a:prstGeom>
          <a:solidFill>
            <a:srgbClr val="E651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8392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11112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277063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+ Material UI dashboard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337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Employee search + AD detail modal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3904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management with priority flags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44714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 with date filter + CSV export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503834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 mapping configuration UI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56648" y="2194560"/>
            <a:ext cx="2743200" cy="35204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56648" y="2194560"/>
            <a:ext cx="2743200" cy="502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0" name="Text 38"/>
          <p:cNvSpPr/>
          <p:nvPr/>
        </p:nvSpPr>
        <p:spPr>
          <a:xfrm>
            <a:off x="975664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853928" y="1600200"/>
            <a:ext cx="548640" cy="548640"/>
          </a:xfrm>
          <a:prstGeom prst="ellipse">
            <a:avLst/>
          </a:prstGeom>
          <a:solidFill>
            <a:srgbClr val="006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3928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756648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866376" y="277063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requests + approval workflow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866376" y="33375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reports + notifications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66376" y="390448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Idempotent group sync (retroactive)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866376" y="44714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35 unit tests (Jest)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866376" y="503834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33 integration tests (Supertest)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2026-05-05T01:30:42Z</dcterms:created>
  <dcterms:modified xsi:type="dcterms:W3CDTF">2026-05-05T01:30:42Z</dcterms:modified>
</cp:coreProperties>
</file>