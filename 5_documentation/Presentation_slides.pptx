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23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4747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Employee Lifecycle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Onboarding &amp; Offboarding — Zero Manual Steps, Zero Orphaned Accounts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Author: 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Stephen Torrijas
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http://localhost:3000  (run locally)
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github.com/storrijas97/Automated-User-Onboarding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Employee Lifecycle Automation System  ·  Stephen Torrijas  ·  2026  ·  Slide 1 of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94960" cy="5120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administrators manually create Active Directory accounts for new hires often after the first day. Offboarding is worse: missed termination notices leave former employees with active credentials, creating security vulnerabilities and compliance failures.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provisioning also causes inconsistent permissions across employees in the same role.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51560"/>
            <a:ext cx="5394960" cy="5120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1143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system monitors OrangeHRM (the HR platform) for personnel changes and automatically provisions or deprovisions Windows Active Directory accounts — no tickets, no emails, no manual steps.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hires get accounts on Day 1.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Terminated employees are disabled within minutes.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is logged and viewable through a web dashboard.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Employee Lifecycle Automation System  ·  Stephen Torrijas  ·  2026  ·  Slide 2 of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Uses 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Administrator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user. Configures department-to-AD-group mappings, reviews automated tasks, approves or overrides account actions, views the audit log, and generates compliance reports.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539496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1188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Personnel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the provisioning status of newly added employees and flags high-priority onboarding requests for expedited processing.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39496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251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account status for their direct reports and submits requests for additional access or permissions for team members.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749040"/>
            <a:ext cx="539496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3840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Officer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251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Accesses the full audit log and generated reports to verify that all account lifecycle changes follow organizational policy.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Employee Lifecycle Automation System  ·  Stephen Torrijas  ·  2026  ·  Slide 3 of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430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OrangeHRM Sync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4630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Polls the HR database on a configurable schedule to detect new hires and terminations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222199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Auto AD Provisioning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54203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AD accounts via LDAP with correct OU, name, email, job title, and enabled status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255264"/>
            <a:ext cx="53949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330098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Role-Based Group 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621024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Maps department + job title to AD security groups, applied automatically at account creation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334256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437997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Auto Deprovisioning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700016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Disables AD accounts and removes all group memberships when termination is detected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5413248"/>
            <a:ext cx="53949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545896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Task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577900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every operation with status, retry logic, and priority flagging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1097280"/>
            <a:ext cx="53949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9088" y="11430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Audit Log + CSV Export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14630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event log with date-range filtering and one-click CSV download for compliance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2176272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19088" y="222199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Notification 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19088" y="254203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alerts with unread badge; toggle-able via system settings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3255264"/>
            <a:ext cx="53949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19088" y="330098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Access Request Workflow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19088" y="3621024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Managers request additional access; IT Admins approve or reject with audit trail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4334256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19088" y="437997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Compliance Reports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4700016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and download activity summaries filtered by date and department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5413248"/>
            <a:ext cx="53949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19088" y="545896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System Configuration UI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19088" y="577900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 polling interval, retry limit, and notifications at runtime — no code changes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Employee Lifecycle Automation System  ·  Stephen Torrijas  ·  2026  ·  Slide 4 of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will see in the next ~7 minutes: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53896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538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" y="1892808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45389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task statistics and manual OrangeHRM sync trigger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1929384"/>
            <a:ext cx="10835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" y="258775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130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for an employee and view their Active Directory account detail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2624328"/>
            <a:ext cx="10835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843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0644" y="3282696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28254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843784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tasks by status and type, flag a task as Critical priority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3319272"/>
            <a:ext cx="10835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538728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538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" y="3977640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3520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538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a date range filter and export results to CSV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4014216"/>
            <a:ext cx="10835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4233672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233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0644" y="4672584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421538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Request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23367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and approve an additional-access request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" y="4709160"/>
            <a:ext cx="10835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4928616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928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0644" y="5367528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0120" y="49103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Reports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37760" y="492861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 report filtered by department and download as CSV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0120" y="5404104"/>
            <a:ext cx="10835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5623560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5623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0120" y="5605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Configuration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5623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 polling interval, retry limit, and notification toggle at runtime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60120" y="6099048"/>
            <a:ext cx="10835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Employee Lifecycle Automation System  ·  Stephen Torrijas  ·  2026  ·  Slide 5 of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620</Words>
  <Application>Microsoft Office PowerPoint</Application>
  <PresentationFormat>Widescreen</PresentationFormat>
  <Paragraphs>79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Employee Lifecycle Automation System</dc:title>
  <dc:subject>PptxGenJS Presentation</dc:subject>
  <dc:creator>Stephen Torrijas</dc:creator>
  <cp:lastModifiedBy>Torrijas, Stephen</cp:lastModifiedBy>
  <cp:revision>2</cp:revision>
  <dcterms:created xsi:type="dcterms:W3CDTF">2026-03-09T22:50:18Z</dcterms:created>
  <dcterms:modified xsi:type="dcterms:W3CDTF">2026-03-09T23:18:52Z</dcterms:modified>
</cp:coreProperties>
</file>